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are test speaker notes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Text Only Slide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This slide has no images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Slide With Image</a:t>
            </a:r>
          </a:p>
        </p:txBody>
      </p:sp>
      <p:pic>
        <p:nvPicPr>
          <p:cNvPr id="4" name="Red Square" descr="A red test squar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828800"/>
            <a:ext cx="18288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Image No Alt Text</a:t>
            </a:r>
          </a:p>
        </p:txBody>
      </p:sp>
      <p:pic>
        <p:nvPicPr>
          <p:cNvPr id="4" name="Blue Square" descr="test_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828800"/>
            <a:ext cx="18288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Grouped Image Slide</a:t>
            </a:r>
          </a:p>
        </p:txBody>
      </p:sp>
      <p:grpSp>
        <p:nvGrpSpPr>
          <p:cNvPr id="99" name="Group 1"/>
          <p:cNvGrpSpPr/>
          <p:nvPr/>
        </p:nvGrpSpPr>
        <p:grpSpPr>
          <a:xfrm>
            <a:off x="0" y="0"/>
            <a:ext cx="1000000" cy="1000000"/>
            <a:chOff x="0" y="0"/>
            <a:chExt cx="1000000" cy="1000000"/>
          </a:xfrm>
        </p:grpSpPr>
        <p:pic>
          <p:nvPicPr>
            <p:cNvPr id="4" name="Green Square" descr="test_green.png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828800" y="1828800"/>
              <a:ext cx="1828800" cy="1828800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